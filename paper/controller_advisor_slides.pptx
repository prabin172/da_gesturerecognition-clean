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2A44"/>
                </a:solidFill>
              </a:rPr>
              <a:t>The Downstream Controller (C6 / THMS Pillar)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i="1">
                <a:solidFill>
                  <a:srgbClr val="555555"/>
                </a:solidFill>
              </a:rPr>
              <a:t>Advisor briefing — status: open methodological question, not a locked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Prepared 2026-07-20 · Prabin has not yet put hands-on effort into this component — executed under supervision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Why a Controller Exists At 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675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4"/>
                </a:solidFill>
              </a:rPr>
              <a:t>• The problem it answers: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Elsewhere in the paper, accuracy differences between pretraining objectives shrink to a few percentage points once the domain gap is large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Obvious reviewer objection: “so what — a few points don’t matter”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4"/>
                </a:solidFill>
              </a:rPr>
              <a:t>• What the controller does: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Takes the recognizer exactly as trained — no new ML, no retraining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Wires its real held-out predictions into a synthetic multi-step command task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Some steps are safety-critical (wrong prediction → task fails outright)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Other steps are routine (wrong prediction → costly but recoverable)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Asks: do “a few accuracy points” turn into a much bigger difference once errors compound?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4"/>
                </a:solidFill>
              </a:rPr>
              <a:t>• What it deliberately is NOT: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Not a physics simulator, not a robot — an event-driven finite-state machine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Not a synthetic error model — every prediction is real recognizer output on a real held-out clip</a:t>
            </a:r>
          </a:p>
        </p:txBody>
      </p:sp>
      <p:sp>
        <p:nvSpPr>
          <p:cNvPr id="4" name="Rectangle 3"/>
          <p:cNvSpPr/>
          <p:nvPr/>
        </p:nvSpPr>
        <p:spPr>
          <a:xfrm>
            <a:off x="7406640" y="1463040"/>
            <a:ext cx="4206240" cy="4389120"/>
          </a:xfrm>
          <a:prstGeom prst="rect">
            <a:avLst/>
          </a:prstGeom>
          <a:solidFill>
            <a:srgbClr val="EEEEEE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555555"/>
                </a:solidFill>
              </a:rPr>
              <a:t>[FIGURE]
Simple 3-box flow diagram:
Recognizer -&gt; FSM/Controller -&gt; Task success &amp; safety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wiki/concepts/controller.md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the Task Is Constructed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675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• 22 gestures actually recorded; 7 relabeled as “System Inputs” for a hypothetical 12-step command sequence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• 2 of those 7 marked “safety-critical”, the other 5 “routine”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4"/>
                </a:solidFill>
              </a:rPr>
              <a:t>• No subject ever performed a “grasp” or “release” gesture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• The 7 gestures are picked purely by how reliably the recognizer classifies them (recall rank) — not by which gesture looks like a plausible command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4"/>
                </a:solidFill>
              </a:rPr>
              <a:t>• Proof this is not secretly semantic:</a:t>
            </a:r>
          </a:p>
          <a:p>
            <a:pPr lvl="1">
              <a:spcAft>
                <a:spcPts val="800"/>
              </a:spcAft>
            </a:pPr>
            <a:r>
              <a:rPr sz="1350" b="0">
                <a:solidFill>
                  <a:srgbClr val="555555"/>
                </a:solidFill>
              </a:rPr>
              <a:t>– The one recorded gesture named “pickup” — the single gesture whose name suggests a grasping action — is specifically NOT one of the two safety-critical picks</a:t>
            </a:r>
          </a:p>
          <a:p>
            <a:pPr lvl="1">
              <a:spcAft>
                <a:spcPts val="800"/>
              </a:spcAft>
            </a:pPr>
            <a:r>
              <a:rPr sz="1350" b="0">
                <a:solidFill>
                  <a:srgbClr val="555555"/>
                </a:solidFill>
              </a:rPr>
              <a:t>– It ranks 7th by recall and lands on a routine slot instead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4"/>
                </a:solidFill>
              </a:rPr>
              <a:t>• The 12-step sequence deliberately visits the 2 safety-critical states 3 times</a:t>
            </a:r>
          </a:p>
          <a:p>
            <a:pPr lvl="1">
              <a:spcAft>
                <a:spcPts val="800"/>
              </a:spcAft>
            </a:pPr>
            <a:r>
              <a:rPr sz="1350" b="0">
                <a:solidFill>
                  <a:srgbClr val="555555"/>
                </a:solidFill>
              </a:rPr>
              <a:t>– This is what makes small recognition differences compound into large task-level differences, rather than averaging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406640" y="1463040"/>
            <a:ext cx="4206240" cy="2103120"/>
          </a:xfrm>
          <a:prstGeom prst="rect">
            <a:avLst/>
          </a:prstGeom>
          <a:solidFill>
            <a:srgbClr val="EEEEEE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555555"/>
                </a:solidFill>
              </a:rPr>
              <a:t>[FIGURE]
7-gesture -&gt; System-Input
mapping table with recall values
(trained_models/Phase3-controller/mapping.csv)</a:t>
            </a:r>
          </a:p>
        </p:txBody>
      </p:sp>
      <p:sp>
        <p:nvSpPr>
          <p:cNvPr id="5" name="Rectangle 4"/>
          <p:cNvSpPr/>
          <p:nvPr/>
        </p:nvSpPr>
        <p:spPr>
          <a:xfrm>
            <a:off x="7406640" y="3749039"/>
            <a:ext cx="4206240" cy="2103120"/>
          </a:xfrm>
          <a:prstGeom prst="rect">
            <a:avLst/>
          </a:prstGeom>
          <a:solidFill>
            <a:srgbClr val="EEEEEE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555555"/>
                </a:solidFill>
              </a:rPr>
              <a:t>[FIGURE]
12-step sequence flow diagram,
3 safety-critical visits highlighted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wiki/concepts/controller.md §2–§3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Robustness Design — Why This Isn’t “Pick a Config That Wins”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Three knobs a reviewer could accuse of being tuned for a favorable result. Three checks, one per knob: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675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237744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Lock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Kills the objection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 — Randomized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assignment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Re-draw which 7 gestures are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task inputs, 120x at random;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report the distribution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“You cherry-picked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easy/hard gestures”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 — Cost-severity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sweep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Sweep how catastrophic a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safety-critical error is,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6 settings (mild to near-infinite)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“You picked a harsh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failure rule to win”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 — Iso-safety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threshold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Derive the confidence threshold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automatically per method from a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fixed false-activation budget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“You tuned the</a:t>
                      </a:r>
                    </a:p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threshold to win”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406640" y="1554480"/>
            <a:ext cx="4206240" cy="4297680"/>
          </a:xfrm>
          <a:prstGeom prst="rect">
            <a:avLst/>
          </a:prstGeom>
          <a:solidFill>
            <a:srgbClr val="EEEEEE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555555"/>
                </a:solidFill>
              </a:rPr>
              <a:t>[FIGURE]
Frontier plot: task-success vs.
false-activation tradeoff curves,
one line per method
(trained_models/Phase3-controller/
robust/frontier.csv)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wiki/concepts/controller.md §9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We Found — Original Single-Checkpoint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675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• Across all three locks, one objective (mae, pure reconstruction) was consistently the worst-compounding method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Highest cost / lowest success at essentially every setting tried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• The best-calibrated objective (supLP120) reached a given safety budget at the lowest confidence threshold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Meaning it completes tasks faster at the same safety level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Calibration, not just accuracy, governs this tradeoff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4"/>
                </a:solidFill>
              </a:rPr>
              <a:t>• Headline number quoted in the abstract: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A ~4-point recognition gap became a ~21-point task-success gap under compounding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406640" y="1463040"/>
            <a:ext cx="4206240" cy="4389120"/>
          </a:xfrm>
          <a:prstGeom prst="rect">
            <a:avLst/>
          </a:prstGeom>
          <a:solidFill>
            <a:srgbClr val="EEEEEE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555555"/>
                </a:solidFill>
              </a:rPr>
              <a:t>[FIGURE]
Bar chart: task-success by method
at one operating point
(trained_models/Phase3-controller/
success_by_method.png)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paper/paper_abstract.md (original) · wiki/results/phase3-controller.md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A44"/>
                </a:solidFill>
              </a:rPr>
              <a:t>What Changed After an Independent Full Retrain (2026-07-20)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</a:rPr>
              <a:t>Every pretraining checkpoint independently retrained — different hardware, same code, first pinned/reproducible run 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4"/>
                </a:solidFill>
              </a:rPr>
              <a:t>• Lock 1 (randomized assignment, averaged over 120 draws): still shows mae worst — this reproduced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4"/>
                </a:solidFill>
              </a:rPr>
              <a:t>• Locks 2 &amp; 3, and the single-config headline number — all use one FIXED, reliability-ranked assignment, not Lock 1’s 120 random draws</a:t>
            </a:r>
          </a:p>
          <a:p>
            <a:pPr lvl="1">
              <a:spcAft>
                <a:spcPts val="800"/>
              </a:spcAft>
            </a:pPr>
            <a:r>
              <a:rPr sz="1350" b="0">
                <a:solidFill>
                  <a:srgbClr val="555555"/>
                </a:solidFill>
              </a:rPr>
              <a:t>– These now show a DIFFERENT method, supLP120, as worst — by a wide margin under harsh penalties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4"/>
                </a:solidFill>
              </a:rPr>
              <a:t>• The abstract’s specific “4-point → 21-point” number does not reproduce</a:t>
            </a:r>
          </a:p>
          <a:p>
            <a:pPr lvl="1">
              <a:spcAft>
                <a:spcPts val="800"/>
              </a:spcAft>
            </a:pPr>
            <a:r>
              <a:rPr sz="1350" b="0">
                <a:solidFill>
                  <a:srgbClr val="555555"/>
                </a:solidFill>
              </a:rPr>
              <a:t>– New task success at same config: supcon 0.975 (best) &gt; supMAE 0.927 &gt; scratch 0.898 &gt; mae 0.888 &gt; supLP120 0.790 (worst)</a:t>
            </a:r>
          </a:p>
          <a:p>
            <a:pPr lvl="1">
              <a:spcAft>
                <a:spcPts val="800"/>
              </a:spcAft>
            </a:pPr>
            <a:r>
              <a:rPr sz="1350" b="0">
                <a:solidFill>
                  <a:srgbClr val="555555"/>
                </a:solidFill>
              </a:rPr>
              <a:t>– mae is no longer the worst method in this 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343400"/>
          <a:ext cx="112471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828800"/>
                <a:gridCol w="1828800"/>
                <a:gridCol w="1828800"/>
                <a:gridCol w="1828800"/>
                <a:gridCol w="182880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Cost severity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scratch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supLP120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supMAE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supcon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mild (2)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15.6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15.8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15.0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14.8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14.3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moderate (20)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17.8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17.9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19.3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16.0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14.8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severe (50)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21.5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21.3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26.4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17.9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15.6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~infinite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123,015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115,016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237,681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63,681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27,014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lower = better; supLP120 degrades fastest as the safety-critical penalty grows · trained_models/Phase3-controller/robust/costmodel_sweep.csv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This Is Not a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949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• Traces to a mechanism the original design already anticipated and documented: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4"/>
                </a:solidFill>
              </a:rPr>
              <a:t>• supLP120 (best-calibrated objective on average) has a “confident false-critical-activation” mode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It occasionally, confidently misclassifies an unrelated gesture onto one of the highly-separable safety-critical anchors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• On the freshly-retrained checkpoint this specific failure mode is more pronounced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It dominates once the safety-critical penalty is severe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4"/>
                </a:solidFill>
              </a:rPr>
              <a:t>• Does NOT contradict the calibration story: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supLP120 is still the best-calibrated method on average (unchanged)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This is a second, narrower failure mode that a harsher stress test exposed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463040"/>
            <a:ext cx="4023360" cy="4389120"/>
          </a:xfrm>
          <a:prstGeom prst="rect">
            <a:avLst/>
          </a:prstGeom>
          <a:solidFill>
            <a:srgbClr val="EEEEEE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555555"/>
                </a:solidFill>
              </a:rPr>
              <a:t>[FIGURE]
Side-by-side bar chart:
original run vs. rerun,
same operating point,
to make the flip visually obvious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wiki/concepts/controller.md §10 (“honest finding”)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B02A2A"/>
                </a:solidFill>
              </a:rPr>
              <a:t>The Open Question (Discussion Point)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The three robustness checks — built specifically to make the “worst objective” claim bulletproof — currently disagree with each other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0332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• Randomized view → mae worst (on average, across many hypothetical task designs)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• Fixed, reliability-ranked view → supLP120 worst (under the one specific, best-justified task design, worsening as errors get costlier)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4"/>
                </a:solidFill>
              </a:rPr>
              <a:t>• Both are legitimate, both are explainable, and reporting only one would be selective.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4"/>
                </a:solidFill>
              </a:rPr>
              <a:t>• Decisions needed: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1. Report both explicitly as two different (and both true) claims, rather than picking one “worst” objective?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2. Treat the randomized view (Lock 1) as primary — it’s already called “the primary evaluation protocol” — and demote the fixed-view number out of the abstract?</a:t>
            </a:r>
          </a:p>
          <a:p>
            <a:pPr lvl="1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</a:rPr>
              <a:t>– 3. Is there a principled reason to trust one view for a deployed system, which would use one fixed assignment, not 120 random ones?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Not yet done: live human-in-the-loop study exists only as an unapproved draft (paper/live_study_protocol.md) — no IRB, no recruiting, no building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A44"/>
                </a:solidFill>
              </a:rPr>
              <a:t>Appendix — File Pointers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332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A44"/>
                </a:solidFill>
              </a:rPr>
              <a:t>• Design doc: wiki/concepts/controller.md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44"/>
                </a:solidFill>
              </a:rPr>
              <a:t>• Locked numbers (both runs): wiki/results/phase3-controller.md, trained_models/Phase3-controller/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44"/>
                </a:solidFill>
              </a:rPr>
              <a:t>• Paper section: paper/paper_results.md, R5 (has the 2026-07-20 update note inline)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44"/>
                </a:solidFill>
              </a:rPr>
              <a:t>• Scripts: scripts/controller/controller_sim.py (single-config prototype)</a:t>
            </a:r>
          </a:p>
          <a:p>
            <a:pPr lvl="1">
              <a:spcAft>
                <a:spcPts val="800"/>
              </a:spcAft>
            </a:pPr>
            <a:r>
              <a:rPr sz="1550" b="0">
                <a:solidFill>
                  <a:srgbClr val="555555"/>
                </a:solidFill>
              </a:rPr>
              <a:t>– scripts/controller/controller_robust.py (three-lock robustness protocol)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