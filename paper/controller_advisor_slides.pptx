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A44"/>
                </a:solidFill>
              </a:rPr>
              <a:t>The Downstream Controller (C6 / THMS Pillar)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Advisor briefing — fully randomized robustness protocol, all three checks 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Prepared 2026-07-20 · Prabin has not yet put hands-on effort into this component — executed under supervision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Why a Controller Exists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</a:rPr>
              <a:t>• The problem it answers: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Elsewhere in the paper, accuracy differences between pretraining objectives shrink to a few percentage points once the domain gap is large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Obvious reviewer objection: “so what — a few points don’t matter”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</a:rPr>
              <a:t>• What the controller does: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Takes the recognizer exactly as trained — no new training, no synthetic error model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Wires its real held-out predictions into a synthetic multi-step command task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Some steps are safety-critical (wrong prediction → task fails outright)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Other steps are routine (wrong prediction → costly but recoverable)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Asks: do “a few accuracy points” turn into a much bigger difference once errors compound?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</a:rPr>
              <a:t>• What it deliberately is NOT: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Not a physics simulator, not a robot — an event-driven finite-state machine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</a:rPr>
              <a:t>– Not a synthetic error model — every prediction is real recognizer output on a real held-out clip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0" y="1463040"/>
            <a:ext cx="4206240" cy="4389120"/>
          </a:xfrm>
          <a:prstGeom prst="rect">
            <a:avLst/>
          </a:prstGeom>
          <a:solidFill>
            <a:srgbClr val="EEEEEE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555555"/>
                </a:solidFill>
              </a:rPr>
              <a:t>[FIGURE]
Simple 3-box flow diagram:
Recognizer -&gt; FSM/Controller -&gt; Task success &amp; safety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wiki/concepts/controller.md §1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How the Task Is Constructed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</a:rPr>
              <a:t>• 22 gestures actually recorded; 7 relabeled as “System Inputs” for a hypothetical 12-step command sequence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</a:rPr>
              <a:t>• 2 of those 7 marked “safety-critical”, the other 5 “routine”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No subject ever performed a “grasp” or “release” gesture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The 7 gestures relabeled for the task are a completely RANDOM draw from the 22 recorded gestures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Not chosen by which gesture the recognizer classifies best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Not chosen by which gesture looks like a plausible command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Not chosen by any property of the data at all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The 12-step sequence deliberately visits the 2 safety-critical states 3 times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This is what makes small recognition differences compound into large task-level differences, rather than averaging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solidFill>
            <a:srgbClr val="EEEEEE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555555"/>
                </a:solidFill>
              </a:rPr>
              <a:t>[FIGURE]
12-step sequence flow diagram, 3 safety-critical visits highlighted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wiki/concepts/controller.md §2–§3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The Full Methodology: Everything Is Randomized, Nothing Is Picked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This is the direct answer to “is this controlled or cherry-picked”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120 independently, uniformly-random draws of which 7 gestures become the task’s inputs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No draw is chosen by recognizer accuracy, gesture semantics, or any other property — every draw is a fresh unweighted random sample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1000 Monte Carlo task-execution trials per (assignment, method, shot-count, threshold) cell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Each trial replays the 12-step task against freshly resampled real recognizer output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All three robustness checks below share this exact same set of 120 random assignments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No separate “illustrative” or “representative” configuration anywhere in the results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An earlier version picked one fixed gesture assignment (ranked by recognizer reliability) for two of the three checks — fully replaced with the random design above, specifically to remove any appearance of a hand-picked task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scripts/controller/controller_robust.py --vocabs 120 --missions 1000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Robustness Design — Three Checks, One Shared Random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Three knobs a reviewer could accuse of being tuned for a favorable result. Three checks, one per knob, ALL run over the same 120 random assignments: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6675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237744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Lock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Kills the objection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 — Base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Task success/failure across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the 120 random assignments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“You cherry-picked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easy/hard gestures”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2 — Cost-severity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sweep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Sweep how catastrophic a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safety-critical error is (6 settings),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same 120 assignments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“You picked a harsh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failure rule to win”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3 — Iso-safety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Derive the confidence threshold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automatically from a fixed safety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budget, same 120 assignments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“You tuned the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threshold to win”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06640" y="1554480"/>
            <a:ext cx="4206240" cy="4297680"/>
          </a:xfrm>
          <a:prstGeom prst="rect">
            <a:avLst/>
          </a:prstGeom>
          <a:solidFill>
            <a:srgbClr val="EEEEEE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555555"/>
                </a:solidFill>
              </a:rPr>
              <a:t>[FIGURE]
Frontier plot: task-success vs.
false-activation, one line per method,
averaged over 120 assignments
(trained_models/Phase3-controller/
robust/frontier.png)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wiki/concepts/controller.md §9 · paper/paper_method.md §8.1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7A3C"/>
                </a:solidFill>
              </a:rPr>
              <a:t>Result: All Three Checks Agree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0">
                <a:solidFill>
                  <a:srgbClr val="1E7A3C"/>
                </a:solidFill>
              </a:rPr>
              <a:t>One pretraining objective — mae, pure reconstruction — compounds worst under every single stress test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544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Lock 1 (k=1)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scratch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supMAE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supLP120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supcon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τ=0 (ungated)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0.516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2A2A"/>
                          </a:solidFill>
                        </a:rPr>
                        <a:t>0.455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0.522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0.472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0.523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τ=0.9 (gated)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0.714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2A2A"/>
                          </a:solidFill>
                        </a:rPr>
                        <a:t>0.650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0.717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0.703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0.740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55448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822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Lock 2, k=1 (lower=better)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scratch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supLP120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supMAE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supcon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mild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2A2A"/>
                          </a:solidFill>
                        </a:rPr>
                        <a:t>18.3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17.5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17.7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17.1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17.4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2A2A"/>
                          </a:solidFill>
                        </a:rPr>
                        <a:t>32.3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29.0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30.4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A3C"/>
                          </a:solidFill>
                        </a:rPr>
                        <a:t>28.5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28.6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severe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2A2A"/>
                          </a:solidFill>
                        </a:rPr>
                        <a:t>55.5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48.3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51.2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47.1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47.8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56616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Lock 3, 1% budget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scratch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supLP120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supMAE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supcon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k=1 success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2A2A"/>
                          </a:solidFill>
                        </a:rPr>
                        <a:t>0.360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0.514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0.561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0.524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A3C"/>
                          </a:solidFill>
                        </a:rPr>
                        <a:t>0.646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k=3 success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2A2A"/>
                          </a:solidFill>
                        </a:rPr>
                        <a:t>0.741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0.797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A3C"/>
                          </a:solidFill>
                        </a:rPr>
                        <a:t>0.862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0.812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0.848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3566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2A44"/>
                </a:solidFill>
              </a:rPr>
              <a:t>• Reading:</a:t>
            </a:r>
          </a:p>
          <a:p>
            <a:pPr lvl="1">
              <a:spcAft>
                <a:spcPts val="800"/>
              </a:spcAft>
            </a:pPr>
            <a:r>
              <a:rPr sz="1150" b="0">
                <a:solidFill>
                  <a:srgbClr val="555555"/>
                </a:solidFill>
              </a:rPr>
              <a:t>– mae is worst on task success (Locks 1 &amp; 3) and worst on cost (Lock 2)</a:t>
            </a:r>
          </a:p>
          <a:p>
            <a:pPr lvl="1">
              <a:spcAft>
                <a:spcPts val="800"/>
              </a:spcAft>
            </a:pPr>
            <a:r>
              <a:rPr sz="1150" b="0">
                <a:solidFill>
                  <a:srgbClr val="555555"/>
                </a:solidFill>
              </a:rPr>
              <a:t>– True at every shot count and every severity level tested</a:t>
            </a:r>
          </a:p>
          <a:p>
            <a:pPr lvl="1">
              <a:spcAft>
                <a:spcPts val="800"/>
              </a:spcAft>
            </a:pPr>
            <a:r>
              <a:rPr sz="1150" b="0">
                <a:solidFill>
                  <a:srgbClr val="555555"/>
                </a:solidFill>
              </a:rPr>
              <a:t>– This ordering does not depend on which of the three robustness checks you look at — the whole point of building three independent checks was to make sure of exactly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trained_models/Phase3-controller/robust/{vocab_sweep,costmodel_summary,iso_safety_summary}.csv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One Honest Secondary Finding (Not Hidden, Doesn’t Change the Ranking)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</a:rPr>
              <a:t>• supLP120 (the best-calibrated objective) still dips just below scratch on the ungated Lock 1 metric at k=1 (0.472 vs 0.516)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And trends as the second-most-expensive method as Lock 2’s penalty gets severe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Mechanism: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supLP120’s confidence is well-calibrated and sharply separates classes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So it occasionally, confidently misclassifies an unrelated gesture onto a safety-critical anchor — confidently enough to clear even a moderate threshold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A44"/>
                </a:solidFill>
              </a:rPr>
              <a:t>• Does NOT contradict the calibration story: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supLP120 is still the best-calibrated method on average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It leads at k=3 under the iso-safety view (Lock 3)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A narrow, secondary effect, visible only at specific operating points — never rises to displace mae as worst under any of the three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wiki/concepts/controller.md §10 (“honest finding”)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What’s Not Yet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</a:rPr>
              <a:t>• Live human-in-the-loop study:</a:t>
            </a:r>
          </a:p>
          <a:p>
            <a:pPr lvl="1">
              <a:spcAft>
                <a:spcPts val="800"/>
              </a:spcAft>
            </a:pPr>
            <a:r>
              <a:rPr sz="1650" b="0">
                <a:solidFill>
                  <a:srgbClr val="555555"/>
                </a:solidFill>
              </a:rPr>
              <a:t>– Exists only as an unapproved discussion draft (paper/live_study_protocol.md) — no IRB contact, no recruiting, no building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</a:rPr>
              <a:t>• Real-time inference path:</a:t>
            </a:r>
          </a:p>
          <a:p>
            <a:pPr lvl="1">
              <a:spcAft>
                <a:spcPts val="800"/>
              </a:spcAft>
            </a:pPr>
            <a:r>
              <a:rPr sz="1650" b="0">
                <a:solidFill>
                  <a:srgbClr val="555555"/>
                </a:solidFill>
              </a:rPr>
              <a:t>– Doesn’t exist yet; the controller currently replays already-collected held-out posteriors, not a live stream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</a:rPr>
              <a:t>• My own hands-on involvement:</a:t>
            </a:r>
          </a:p>
          <a:p>
            <a:pPr lvl="1">
              <a:spcAft>
                <a:spcPts val="800"/>
              </a:spcAft>
            </a:pPr>
            <a:r>
              <a:rPr sz="1650" b="0">
                <a:solidFill>
                  <a:srgbClr val="555555"/>
                </a:solidFill>
              </a:rPr>
              <a:t>– I have supervised this component’s design and direction but have not yet implemented or debugged it myself — flagging that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44"/>
                </a:solidFill>
              </a:rPr>
              <a:t>Appendix — File Pointers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</a:rPr>
              <a:t>• Design doc: wiki/concepts/controller.md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</a:rPr>
              <a:t>• Locked numbers: wiki/results/phase3-controller.md, trained_models/Phase3-controller/robust/</a:t>
            </a:r>
          </a:p>
          <a:p>
            <a:pPr lvl="1">
              <a:spcAft>
                <a:spcPts val="800"/>
              </a:spcAft>
            </a:pPr>
            <a:r>
              <a:rPr sz="1550" b="0">
                <a:solidFill>
                  <a:srgbClr val="555555"/>
                </a:solidFill>
              </a:rPr>
              <a:t>– vocab_sweep.csv = Lock 1, costmodel_sweep/summary.csv = Lock 2, frontier/iso_safety(_summary).csv = Lock 3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</a:rPr>
              <a:t>• Paper section: paper/paper_results.md R5, paper/paper_method.md §8/§8.1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</a:rPr>
              <a:t>• Script: scripts/controller/controller_robust.py --vocabs 120 --missions 1000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